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DCE9F5">
              <a:alpha val="3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4A90C4">
              <a:alpha val="40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2377440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基本設計書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— 川口花火大会 協賛管理システム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2026-06-18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96696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アーキテクチャ概要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コンポーネント構成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ファイル構成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機能一覧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協賛区分と申込み方式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996696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データモデル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335024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Infoシート設定キー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673352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外部インターフェース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メールインターフェース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2350008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非機能要件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2688336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777240"/>
            <a:ext cx="640080" cy="4366260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システムは、川口花火大会の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協賛申込みを一元管理するシステムです。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主な機能: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Webフォームによる申込み受付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スプレッドシートによるデータ管理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PDF請求書・感謝状の自動生成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Gmailによる自動メール送信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担当者向けスタッフワークフロー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971550"/>
            <a:ext cx="3474720" cy="5029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97155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38544" y="1474470"/>
            <a:ext cx="73152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476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840230"/>
            <a:ext cx="347472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4023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Webフォーム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38544" y="2343150"/>
            <a:ext cx="73152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1630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708910"/>
            <a:ext cx="3474720" cy="50292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70891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38544" y="3211830"/>
            <a:ext cx="73152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28498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577590"/>
            <a:ext cx="3474720" cy="5029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57759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38544" y="4080510"/>
            <a:ext cx="73152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5366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4446270"/>
            <a:ext cx="34747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444627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アーキテクチャ概要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サーバーレス GAS アーキテクチャ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Apps Script (GAS) をバックエンドとして使用し、インフラ管理不要なサーバーレス構成を実現。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ランニングコストがほぼゼロ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エコシステムとの完全統合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スケーリング不要（GAS が自動管理）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OAuth 認証を Google が管理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1051560"/>
            <a:ext cx="3749040" cy="56692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10515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HtmlService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691640"/>
            <a:ext cx="3749040" cy="5669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6916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Apps Script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3749040" cy="566928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3317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71800"/>
            <a:ext cx="3749040" cy="56692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971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Drive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749040" cy="56692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611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コンポーネント構成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Webフォーム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申込者向けUIの提供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0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4416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Apps Script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フォーム処理・ビジネスロジック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60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データストア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34416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Sheets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申込みデータの永続化・管理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146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14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ファイルストレージ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89864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Drive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PDF請求書・感謝状の保存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51460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5146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514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メール配信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89864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自動メール送信・通知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514600"/>
            <a:ext cx="2651760" cy="1280160"/>
          </a:xfrm>
          <a:prstGeom prst="rect">
            <a:avLst/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5146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514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設定管理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89864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システム設定値の一元管理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ファイル構成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.gs ファイル (GAS)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840480" cy="3474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/ CSS ファイル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80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WebApp.gs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App エントリ（doGet・getConfig）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6479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830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Sheet.gs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スプレッドシート書込・受付番号生成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6771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860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メール送信・PDF生成・クォータ確認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7063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889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Trigger.gs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onEditトリガー（請求書・お礼状送信）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7355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7355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918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Config.gs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定数・設定値（シート名・Info）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7647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7647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7947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ProjectInit.gs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プロジェクト初期化（フォルダ・SS・トリガー）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7939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79392"/>
            <a:ext cx="64008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976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Setup.gs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初回セットアップ（Infoシート作成等）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26187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26187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280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フォームUI（HTML・JS・確認/完了画面）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76479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76479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17830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Stylesheet.html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CSSスタイル定義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26771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26771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2860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invoice-template.html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請求書PDFテンプレート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77063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77063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27889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oreijou-template.html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お礼状PDFテンプレート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27355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27355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2918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ConfirmInvoiceDialog.html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請求書送信確認ダイアログ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3776472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77647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37947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ConfirmNyukinDialog.html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入金確認ダイアログ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4279392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4279392"/>
            <a:ext cx="64008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2976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ConfirmOreijouDialog.html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お礼状送信確認ダイアログ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機能一覧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91640"/>
                <a:gridCol w="51206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機能ID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優先度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申込みフォーム表示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協賛区分に応じた申込フォームをWebで提供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申込みデータ保存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フォーム入力をスプレッドシートに記録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申込み確認メール送信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B-E区分申込み後に確認メールを自動送信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受付完了メール送信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S-A区分の受付完了後にメールを送信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入金確認メール送信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入金確認後に領収・感謝メールを送信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PDF請求書生成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 Drive上にPDF請求書を自動生成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PDF感謝状生成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入金完了後にPDF感謝状を自動生成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S/A/B/C/D/E区分と抽選・先着方式の管理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F-09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抽選処理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S-A区分の抽選申込み管理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Infoシートによるシステム設定の一元管理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F-11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担当者ワークフロー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手作業シートによるスタッフ作業管理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協賛区分と申込み方式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lotStartS / lotEndS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14400"/>
            <a:ext cx="265176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4447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lotStartA / lotEndA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914400"/>
            <a:ext cx="2651760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4447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startB / endB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51760"/>
            <a:ext cx="2651760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1821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startC / endC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6517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C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651760"/>
            <a:ext cx="2651760" cy="457200"/>
          </a:xfrm>
          <a:prstGeom prst="rect">
            <a:avLst/>
          </a:prstGeom>
          <a:solidFill>
            <a:srgbClr val="5BA3C9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31821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startD / endD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6517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C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651760"/>
            <a:ext cx="2651760" cy="457200"/>
          </a:xfrm>
          <a:prstGeom prst="rect">
            <a:avLst/>
          </a:prstGeom>
          <a:solidFill>
            <a:srgbClr val="5BA3C9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 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31821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設定キー: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startE / endE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データモデル: 協賛申込み一覧シート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20240"/>
                <a:gridCol w="1097280"/>
                <a:gridCol w="5074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カラム名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タイムスタンプ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Datetime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申込み日時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申込み企業名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企業担当者名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メールアドレス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連絡先メール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電話番号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連絡先電話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S/A/B/C/D/E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申込み方式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抽選 or 先着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Number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協賛金額（円）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請求書番号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自動採番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請求書PDF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Drive リンク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感謝状PDF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Drive リンク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Boolean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入金済みフラグ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入金確認日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メール送信済み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Boolean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送信フラグ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担当者メモ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データモデル: 手作業シート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20240"/>
                <a:gridCol w="1097280"/>
                <a:gridCol w="5074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カラム名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Number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請求書番号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連絡先メール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XLOOKUP元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入金予定日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担当者記入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受付番号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担当者記入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受付完了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Boolean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チェックボックス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請求書送付日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担当者記入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入金完了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Boolean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チェックボックス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String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担当者メモ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60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注: A-F列はXLOOKUP関数により協賛申込み一覧シートから自動参照。I列・K列はチェックボックス（緑色）。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sheetName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申込みデータを格納するシート名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16152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manualSheetName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手作業シートの名前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63624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startB / endB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B区分の申込み受付期間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11096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startC / endC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C区分の申込み受付期間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startD / endD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D区分の申込み受付期間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startE / endE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E区分の申込み受付期間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lotStartS / lotEndS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S区分の抽選申込み期間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216152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lotStartA / lotEndA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A区分の抽選申込み期間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563624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pdfFolderID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PDF保存先Google DriveフォルダID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11096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mailFrom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送信元メールアドレス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5856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adminEmail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管理者通知先メール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402336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BB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eventName</a:t>
            </a:r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— イベント名（メール・PDF内で使用）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外部インターフェース: Webフォーム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URL形式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868680"/>
            <a:ext cx="6583680" cy="46634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8696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https://script.google.com/macros/s/{SCRIPT_ID}/exec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0744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074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アクセス制御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380744"/>
            <a:ext cx="65836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39903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アカウント不要（公開アクセス）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92808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レスポンス形式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1892808"/>
            <a:ext cx="6583680" cy="46634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91109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HTML（HtmlService.createHtmlOutput）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04872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プロトコル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404872"/>
            <a:ext cx="65836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4231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HTTPS（Google Infrastructure）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16936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16936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リクエスト方式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2916936"/>
            <a:ext cx="6583680" cy="46634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93522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GET（初期表示）/ POST（申込み送信）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2900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タイムアウト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0" y="3429000"/>
            <a:ext cx="65836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344728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 標準 6分（最大実行時間）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941064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4106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3941064"/>
            <a:ext cx="6583680" cy="46634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9593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同一オリジン（GAS スクリプトURL）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453128"/>
            <a:ext cx="2011680" cy="4663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453128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認証方式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0" y="4453128"/>
            <a:ext cx="65836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447141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なし（フォームは誰でもアクセス可能）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メールインターフェース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286000" cy="12801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B-E区分 申込み直後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0058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申込み送信直後（自動）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申込み者メールアドレス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申込み受付確認・内容確認用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2286000" cy="1280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31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S-A区分 受付完了後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4231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担当者が受付完了を確認後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申込み者メールアドレス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PDF請求書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受付完了通知・請求書添付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8595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749040"/>
            <a:ext cx="228600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749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全区分 入金完了後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38404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入金確認後（担当者操作）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申込み者メールアドレス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PDF感謝状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内容: </a:t>
            </a:r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入金御礼・感謝状添付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非機能要件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可用性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 インフラによる 99.9%+ の稼働率保証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スケーラビリティ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GAS の自動スケーリング（同時実行数の制限あり）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HTTPS 必須、Google OAuth によるスクリプト保護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メール送信上限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Gmail 1日100通（GAS 無料枠）/ G Suite は500通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並行処理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GAS トリガー同時実行制限: 30並行まで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タイムゾーン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Asia/Tokyo (JST) — GAS プロジェクト設定で固定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6D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バックアップ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 Sheets 版履歴による自動バックアップ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4114800"/>
            <a:ext cx="1645920" cy="1645920"/>
          </a:xfrm>
          <a:prstGeom prst="ellipse">
            <a:avLst/>
          </a:prstGeom>
          <a:solidFill>
            <a:srgbClr val="DCE9F5">
              <a:alpha val="70000"/>
            </a:srgbClr>
          </a:solidFill>
          <a:ln w="12700">
            <a:solidFill>
              <a:srgbClr val="DCE9F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DCE9F5">
              <a:alpha val="3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640080" cy="64008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インフラによるゼロ運用コスト・サーバーレス構成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931920" cy="137160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234440"/>
            <a:ext cx="640080" cy="64008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12801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Sheets / Drive / Gmail の完全統合で一元データ管理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931920" cy="137160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834640"/>
            <a:ext cx="640080" cy="64008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PDF生成・メール送信の完全自動化でスタッフ負担を軽減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697480"/>
            <a:ext cx="3931920" cy="137160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834640"/>
            <a:ext cx="640080" cy="64008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28803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Infoシート設定で区分・期間を柔軟に変更可能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— 川口花火大会 協賛管理システム | 2026-06-18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基本設計書 WebHanabi</dc:title>
  <dc:subject>PptxGenJS Presentation</dc:subject>
  <dc:creator>WebHanabi</dc:creator>
  <cp:lastModifiedBy>WebHanabi</cp:lastModifiedBy>
  <cp:revision>1</cp:revision>
  <dcterms:created xsi:type="dcterms:W3CDTF">2026-06-20T06:55:48Z</dcterms:created>
  <dcterms:modified xsi:type="dcterms:W3CDTF">2026-06-20T06:55:48Z</dcterms:modified>
</cp:coreProperties>
</file>