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365760"/>
            <a:ext cx="2011680" cy="2011680"/>
          </a:xfrm>
          <a:prstGeom prst="ellipse">
            <a:avLst/>
          </a:prstGeom>
          <a:solidFill>
            <a:srgbClr val="2E6DA4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840480"/>
            <a:ext cx="1280160" cy="1280160"/>
          </a:xfrm>
          <a:prstGeom prst="ellipse">
            <a:avLst/>
          </a:prstGeom>
          <a:solidFill>
            <a:srgbClr val="2E6DA4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3749040"/>
            <a:ext cx="914400" cy="914400"/>
          </a:xfrm>
          <a:prstGeom prst="ellipse">
            <a:avLst/>
          </a:prstGeom>
          <a:solidFill>
            <a:srgbClr val="2E6DA4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詳細設計書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 —  川口花火大会 協賛管理システム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572000" cy="274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発行日：2026年06月18日　　バージョン：1.0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828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148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sheet = getInfoSheet();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HtmlService...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　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804672"/>
          </a:xfrm>
          <a:prstGeom prst="rect">
            <a:avLst/>
          </a:prstGeom>
          <a:solidFill>
            <a:srgbClr val="F0F5FB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WebApp.gs — エントリーポイント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16052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3911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3911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20370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Config.gs — 設定管理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4160520" cy="804672"/>
          </a:xfrm>
          <a:prstGeom prst="rect">
            <a:avLst/>
          </a:prstGeom>
          <a:solidFill>
            <a:srgbClr val="F0F5FB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9923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9923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16382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Sheet.gs — スプレッドシート操作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16052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5935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5935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412394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Mail.gs — メール送信・PDF生成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078992"/>
            <a:ext cx="4160520" cy="804672"/>
          </a:xfrm>
          <a:prstGeom prst="rect">
            <a:avLst/>
          </a:prstGeom>
          <a:solidFill>
            <a:srgbClr val="F0F5FB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07899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7899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124358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Trigger.gs — イベントトリガー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039112"/>
            <a:ext cx="416052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03911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03911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220370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ProjectInit.gs — プロジェクト初期化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4160520" cy="804672"/>
          </a:xfrm>
          <a:prstGeom prst="rect">
            <a:avLst/>
          </a:prstGeom>
          <a:solidFill>
            <a:srgbClr val="F0F5FB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99923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99923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16382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index.html — Webフォーム詳細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959352"/>
            <a:ext cx="416052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9F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959352"/>
            <a:ext cx="475488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959352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49240" y="412394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エラーハンドリング方針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WebApp.gs — doGet() 処理フロー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HTTPGETリクエストを受け取り、設定確認・クォータチェックを行ってフォームHTMLを返す。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0372" y="1517904"/>
            <a:ext cx="402336" cy="402336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8" name="Text 6"/>
          <p:cNvSpPr/>
          <p:nvPr/>
        </p:nvSpPr>
        <p:spPr>
          <a:xfrm>
            <a:off x="690372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設定確認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getInfoSheet()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Infoシート取得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27048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9694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73352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9404" y="1517904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2089404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28216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必須項目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28216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EVENT_NAME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OFFICE_EMAIL 等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26080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8726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72384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88436" y="1517904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488436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27248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クォータ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27248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_getMailQuotaSafe()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不足→停止HTML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25112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7758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71416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87468" y="1517904"/>
            <a:ext cx="402336" cy="402336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9" name="Text 27"/>
          <p:cNvSpPr/>
          <p:nvPr/>
        </p:nvSpPr>
        <p:spPr>
          <a:xfrm>
            <a:off x="4887468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背景画像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BG_IMAGE_ID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Base64変換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24144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66790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70448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86500" y="1517904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6286500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25312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25312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createTemplateFrom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File('index')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23176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5822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69480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85532" y="1517904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7685532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24344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HTML返却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24344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setXFrameOptions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3017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エラー時: 設定不備またはクォータ不足の場合はエラーHTMLを返却してフォームは表示されない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WebApp.gs — submitFormJson() 処理フロー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google.script.run から呼ばれるサーバーサイド関数。JSON文字列でフォームデータを受け取る。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" y="146304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50876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9385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JSONパース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JSON.parse(jsonStr)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53312" y="21488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6032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53896" y="146304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19656" y="150876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819656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9616" y="19385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バリデーション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99616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郵便番号7桁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電話10-11桁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60320" y="21488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3040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60904" y="146304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26664" y="150876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026664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06624" y="19385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06624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appendRow(data)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受付番号取得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67328" y="21488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0048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67912" y="146304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33672" y="150876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9" name="Text 27"/>
          <p:cNvSpPr/>
          <p:nvPr/>
        </p:nvSpPr>
        <p:spPr>
          <a:xfrm>
            <a:off x="4233672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13632" y="19385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手作業シート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13632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appendToTesagyou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Sheet(receiptNo)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74336" y="21488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7056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74920" y="146304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40680" y="150876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20640" y="19385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送信判定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B〜E→自動送信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S・A→送信なし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81344" y="21488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4064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81928" y="146304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47688" y="150876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6647688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27648" y="19385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クォータ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監視通知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27648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低残量時に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管理者通知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388352" y="21488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81072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88936" y="146304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854696" y="150876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50" name="Text 48"/>
          <p:cNvSpPr/>
          <p:nvPr/>
        </p:nvSpPr>
        <p:spPr>
          <a:xfrm>
            <a:off x="7854696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534656" y="19385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返却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34656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文字列を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クライアントへ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5760" y="298094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B〜Eは申込み直後に自動送信。S・A区分は担当者が手作業シートで受付完了チェック後に手動送信。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Config.gs — 設定取得の優先順位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getConfigVal(key) は3層のフォールバックで値を取得。スプレッドシートへのアクセスを最小化しパフォーマンスを向上。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508760"/>
            <a:ext cx="3474720" cy="914400"/>
          </a:xfrm>
          <a:prstGeom prst="roundRect">
            <a:avLst>
              <a:gd name="adj" fmla="val 7000"/>
            </a:avLst>
          </a:prstGeom>
          <a:solidFill>
            <a:srgbClr val="D5F0E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0" y="1764792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764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58191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Script Properties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92938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キャッシュ（高速）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ScriptApp.getScriptProperties()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.getProperty(key)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0" y="247802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値が見つからない場合 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2624328"/>
            <a:ext cx="3200400" cy="914400"/>
          </a:xfrm>
          <a:prstGeom prst="roundRect">
            <a:avLst>
              <a:gd name="adj" fmla="val 7000"/>
            </a:avLst>
          </a:prstGeom>
          <a:solidFill>
            <a:srgbClr val="FDE9D4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2880360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880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 シート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0449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スプレッドシート（直接読込）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7157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getInfoSheet().createTextFinder(key)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.findNext()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0" y="35935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値が見つからない場合 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0" y="3739896"/>
            <a:ext cx="2926080" cy="914400"/>
          </a:xfrm>
          <a:prstGeom prst="roundRect">
            <a:avLst>
              <a:gd name="adj" fmla="val 7000"/>
            </a:avLst>
          </a:prstGeom>
          <a:solidFill>
            <a:srgbClr val="FCE4E4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995928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9959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03320" y="38130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デフォルト値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03320" y="4160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引数 defaultVal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3831336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呼び出し元が指定した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フォールバック値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Config.gs — 主要設定キー一覧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56692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1556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EVENT_NAME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1556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イベント名（フォームタイトル等に使用）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773936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OFFICE_EMAIL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773936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事務局メールアドレス（CC・通知先）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4160520" cy="56692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432304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ORG_NAME / ORG_REP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2487168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432304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主催団体名・代表者名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54096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090672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 / END_DATE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3145536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090672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イベント開催日時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712464"/>
            <a:ext cx="4160520" cy="56692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7490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PAYMENT_DUE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77440" y="3803904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7490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入金期限日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370832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440740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BANK_NAME / BANK_NO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BANK_HOLDER / BANK_REP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0" y="4462272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440740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振込先銀行情報（4項目）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078992"/>
            <a:ext cx="4160520" cy="56692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11556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PRICE_S 〜 PRICE_E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12280" y="1170432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111556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各区分の協賛金額（税抜・円）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737360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773936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KUBUN_SA_START/END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12280" y="1828800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1773936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S・A区分の申込み受付期間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395728"/>
            <a:ext cx="4160520" cy="56692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432304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KUBUN_BCDE_START/END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12280" y="2487168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2432304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B〜E区分の申込み受付期間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054096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090672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BG_IMAGE_ID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12280" y="3145536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090672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背景画像のGoogle Drive ファイルID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712464"/>
            <a:ext cx="4160520" cy="56692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7490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MIN_MAIL_QUOTA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12280" y="3803904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37490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メール送信停止閾値（残通数）デフォルト:5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370832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440740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INVOICE_REG_NO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12280" y="4462272"/>
            <a:ext cx="0" cy="384048"/>
          </a:xfrm>
          <a:prstGeom prst="line">
            <a:avLst/>
          </a:prstGeom>
          <a:noFill/>
          <a:ln w="6350">
            <a:solidFill>
              <a:srgbClr val="DCE9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440740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インボイス登録番号（T+13桁）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Sheet.gs — appendRow() 詳細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LockService によるスレッドセーフな書き込みで二重登録を防止。郵便番号・電話番号の先頭ゼロを保持。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84048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8366760" cy="475488"/>
          </a:xfrm>
          <a:prstGeom prst="rect">
            <a:avLst/>
          </a:prstGeom>
          <a:solidFill>
            <a:srgbClr val="FDE9D4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996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ロック取得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536192"/>
            <a:ext cx="0" cy="329184"/>
          </a:xfrm>
          <a:prstGeom prst="line">
            <a:avLst/>
          </a:prstGeom>
          <a:noFill/>
          <a:ln w="1016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49961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LockService.getScriptLock()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最大30秒待機。取得失敗→例外スロー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39112"/>
            <a:ext cx="384048" cy="4754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3911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039112"/>
            <a:ext cx="8366760" cy="47548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0756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受付番号生成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112264"/>
            <a:ext cx="0" cy="329184"/>
          </a:xfrm>
          <a:prstGeom prst="line">
            <a:avLst/>
          </a:prstGeom>
          <a:noFill/>
          <a:ln w="1016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07568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generateReceiptNumber()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 + "yyyyMMddHHmmssSSS"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615184"/>
            <a:ext cx="384048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15184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615184"/>
            <a:ext cx="8366760" cy="475488"/>
          </a:xfrm>
          <a:prstGeom prst="rect">
            <a:avLst/>
          </a:prstGeom>
          <a:solidFill>
            <a:srgbClr val="D5F0E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6517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タイムゾーン変換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2688336"/>
            <a:ext cx="0" cy="329184"/>
          </a:xfrm>
          <a:prstGeom prst="line">
            <a:avLst/>
          </a:prstGeom>
          <a:noFill/>
          <a:ln w="1016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65176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Utilities.formatDate(...,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"Asia/Tokyo", ...)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191256"/>
            <a:ext cx="384048" cy="4754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191256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3191256"/>
            <a:ext cx="8366760" cy="47548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2278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書式設定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0" y="3264408"/>
            <a:ext cx="0" cy="329184"/>
          </a:xfrm>
          <a:prstGeom prst="line">
            <a:avLst/>
          </a:prstGeom>
          <a:noFill/>
          <a:ln w="1016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322783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郵便番号・電話番号列に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"@" 書式を設定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767328"/>
            <a:ext cx="384048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767328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3767328"/>
            <a:ext cx="8366760" cy="475488"/>
          </a:xfrm>
          <a:prstGeom prst="rect">
            <a:avLst/>
          </a:prstGeom>
          <a:solidFill>
            <a:srgbClr val="D5F0E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8039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行追加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3840480"/>
            <a:ext cx="0" cy="329184"/>
          </a:xfrm>
          <a:prstGeom prst="line">
            <a:avLst/>
          </a:prstGeom>
          <a:noFill/>
          <a:ln w="1016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380390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sheet.appendRow(rowData)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シート末尾に1行追加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343400"/>
            <a:ext cx="384048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34340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4343400"/>
            <a:ext cx="8366760" cy="475488"/>
          </a:xfrm>
          <a:prstGeom prst="rect">
            <a:avLst/>
          </a:prstGeom>
          <a:solidFill>
            <a:srgbClr val="FDE9D4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43799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ロック解放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6080" y="4416552"/>
            <a:ext cx="0" cy="329184"/>
          </a:xfrm>
          <a:prstGeom prst="line">
            <a:avLst/>
          </a:prstGeom>
          <a:noFill/>
          <a:ln w="1016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437997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ブロックで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lock.releaseLock() 必ず実行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Sheet.gs — appendToTesagyouSheet()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受付番号をキーとして手作業シートに行を追加。B〜H列はXLOOKUP数式でメインシートからデータを自動取得。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630936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630936" cy="914400"/>
          </a:xfrm>
          <a:prstGeom prst="rect">
            <a:avLst/>
          </a:prstGeom>
          <a:solidFill>
            <a:srgbClr val="FDE9D4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手入力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87552" y="1463040"/>
            <a:ext cx="630936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" y="1810512"/>
            <a:ext cx="630936" cy="914400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87552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655064" y="1463040"/>
            <a:ext cx="630936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1655064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55064" y="1810512"/>
            <a:ext cx="630936" cy="914400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55064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電話番号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55064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322576" y="1463040"/>
            <a:ext cx="630936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2322576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22576" y="1810512"/>
            <a:ext cx="630936" cy="914400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22576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22576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990088" y="1463040"/>
            <a:ext cx="630936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2990088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90088" y="1810512"/>
            <a:ext cx="630936" cy="914400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0088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90088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0" y="1463040"/>
            <a:ext cx="630936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0" y="1810512"/>
            <a:ext cx="630936" cy="914400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0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325112" y="1463040"/>
            <a:ext cx="630936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7" name="Text 35"/>
          <p:cNvSpPr/>
          <p:nvPr/>
        </p:nvSpPr>
        <p:spPr>
          <a:xfrm>
            <a:off x="4325112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25112" y="1810512"/>
            <a:ext cx="630936" cy="914400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25112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92624" y="1463040"/>
            <a:ext cx="630936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2" name="Text 40"/>
          <p:cNvSpPr/>
          <p:nvPr/>
        </p:nvSpPr>
        <p:spPr>
          <a:xfrm>
            <a:off x="4992624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92624" y="1810512"/>
            <a:ext cx="630936" cy="914400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92624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660136" y="1463040"/>
            <a:ext cx="630936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5660136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0136" y="1810512"/>
            <a:ext cx="630936" cy="914400"/>
          </a:xfrm>
          <a:prstGeom prst="rect">
            <a:avLst/>
          </a:prstGeom>
          <a:solidFill>
            <a:srgbClr val="D5F0E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0136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60136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checkbox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327648" y="1463040"/>
            <a:ext cx="630936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6327648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327648" y="1810512"/>
            <a:ext cx="630936" cy="914400"/>
          </a:xfrm>
          <a:prstGeom prst="rect">
            <a:avLst/>
          </a:prstGeom>
          <a:solidFill>
            <a:srgbClr val="FEF9E7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送信日時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27648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995160" y="1463040"/>
            <a:ext cx="630936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7" name="Text 55"/>
          <p:cNvSpPr/>
          <p:nvPr/>
        </p:nvSpPr>
        <p:spPr>
          <a:xfrm>
            <a:off x="6995160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995160" y="1810512"/>
            <a:ext cx="630936" cy="914400"/>
          </a:xfrm>
          <a:prstGeom prst="rect">
            <a:avLst/>
          </a:prstGeom>
          <a:solidFill>
            <a:srgbClr val="D5F0E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入金完了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95160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checkbox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662672" y="1463040"/>
            <a:ext cx="630936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2" name="Text 60"/>
          <p:cNvSpPr/>
          <p:nvPr/>
        </p:nvSpPr>
        <p:spPr>
          <a:xfrm>
            <a:off x="7662672" y="1463040"/>
            <a:ext cx="630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662672" y="1810512"/>
            <a:ext cx="630936" cy="914400"/>
          </a:xfrm>
          <a:prstGeom prst="rect">
            <a:avLst/>
          </a:prstGeom>
          <a:solidFill>
            <a:srgbClr val="FEF9E7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62672" y="184708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送信日時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662672" y="2359152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auto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200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 数式例（B列）：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0040" y="2907792"/>
            <a:ext cx="8503920" cy="457200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29443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=XLOOKUP(A{row}, 協賛申込み一覧!A:A, 協賛申込み一覧!M:M)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20040" y="3429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B〜E区分の場合、J列（請求書送信日時）にも申込み日時を即時セットする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 Mail.gs — generateAndSendInvoice() フロー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請求書HTMLテンプレートからPDFを生成し、申込者にメール送信する。一時ファイルは送信後に必ず削除。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0372" y="1517904"/>
            <a:ext cx="402336" cy="402336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8" name="Text 6"/>
          <p:cNvSpPr/>
          <p:nvPr/>
        </p:nvSpPr>
        <p:spPr>
          <a:xfrm>
            <a:off x="690372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createTemplateFromFile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('invoice-template')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27048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9694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73352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9404" y="1517904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2089404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28216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28216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{{company}}等を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実際の値に置換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26080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8726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72384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88436" y="1517904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488436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27248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ファイル変換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27248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 に一時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HTMLファイル作成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25112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7758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71416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87468" y="1517904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4887468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変換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exportLinks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['application/pdf']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24144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66790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70448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86500" y="1517904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6286500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25312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25312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MailApp.sendEmail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replyTo, CC設定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23176" y="217170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5822" y="2080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69480" y="1463040"/>
            <a:ext cx="1234440" cy="1417320"/>
          </a:xfrm>
          <a:prstGeom prst="roundRect">
            <a:avLst>
              <a:gd name="adj" fmla="val 5185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85532" y="1517904"/>
            <a:ext cx="402336" cy="402336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3" name="Text 41"/>
          <p:cNvSpPr/>
          <p:nvPr/>
        </p:nvSpPr>
        <p:spPr>
          <a:xfrm>
            <a:off x="7685532" y="1517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24344" y="1993392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一時ファイル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24344" y="2450592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DriveApp.getFile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(id).setTrashed(true)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同様のフロー: generateAndSendOreijou() — テンプレートは oreijou-template.html を使用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 Mail.gs — メールテンプレート変数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78992"/>
          <a:ext cx="640080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変数名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{{company}}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会社名・団体名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{{rep}}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代表者役職・氏名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{{kubun}}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協賛区分（S/A/B/C/D/E）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{{amount}}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協賛金額（税込）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{{receiptNo}}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受付番号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{{eventName}}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イベント名（Config: EVENT_NAME）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{{paymentDue}}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入金期限（Config: PAYMENT_DUE）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{{orgName}}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主催団体名（Config: ORG_NAME）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{{bankInfo}}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振込先銀行情報（複数Config値から生成）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{{invoiceRegNo}}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インボイス登録番号（Config: INVOICE_REG_NO）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使用例: 「{{company}} 御中」→「株式会社サンプル 御中」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 Trigger.gs — onEditInstallable() ロジック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手作業シートのセル編集を検知して適切なダイアログを表示するインストール型トリガー。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0" y="1417320"/>
            <a:ext cx="1280160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417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編集検知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01368"/>
            <a:ext cx="0" cy="277978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0723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2743200" cy="402336"/>
          </a:xfrm>
          <a:prstGeom prst="roundRect">
            <a:avLst>
              <a:gd name="adj" fmla="val 13636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1488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シートが「手作業」か？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2267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 return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551176"/>
            <a:ext cx="0" cy="219456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76514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825496"/>
            <a:ext cx="2743200" cy="402336"/>
          </a:xfrm>
          <a:prstGeom prst="roundRect">
            <a:avLst>
              <a:gd name="adj" fmla="val 13636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8254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 or K列 の変更？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9443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 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2560320" cy="768096"/>
          </a:xfrm>
          <a:prstGeom prst="rect">
            <a:avLst/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28416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ConfirmInvoiceDialog表示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（J列既存→送信済み警告）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2560320" cy="548640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330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OFF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J・K・L列クリア確認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35040" y="29443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K列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291840"/>
            <a:ext cx="2560320" cy="768096"/>
          </a:xfrm>
          <a:prstGeom prst="rect">
            <a:avLst/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328416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J列空→警告&amp;リセット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（正常）ConfirmNyukinDialog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4114800"/>
            <a:ext cx="2560320" cy="548640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1330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OFF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L列クリア確認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 Trigger.gs — ダイアログコールバック関数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749808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200400" cy="7498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161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sendInvoiceConfirmed(row)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0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呼出元: ConfirmInvoiceDialog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11880" y="130759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請求書PDF生成・送信 → J列に現在日時を記録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8503920" cy="749808"/>
          </a:xfrm>
          <a:prstGeom prst="rect">
            <a:avLst/>
          </a:prstGeom>
          <a:solidFill>
            <a:srgbClr val="FCE4E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57400"/>
            <a:ext cx="320040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305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cancelInvoiceSend(row)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59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0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呼出元: ConfirmInvoiceDialog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11880" y="222199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I列のチェックを FALSE に戻す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8503920" cy="749808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71800"/>
            <a:ext cx="3200400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449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sendNyukinConfirmed(row)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0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呼出元: ConfirmNyukinDialog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11880" y="313639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お礼状PDF生成・送信 → L列に現在日時を記録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8503920" cy="749808"/>
          </a:xfrm>
          <a:prstGeom prst="rect">
            <a:avLst/>
          </a:prstGeom>
          <a:solidFill>
            <a:srgbClr val="FCE4E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86200"/>
            <a:ext cx="320040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9593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cancelNyukin(row)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2885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0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呼出元: ConfirmNyukinDialog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11880" y="405079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K列のチェックを FALSE に戻す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_blockSendIfLowQuota() — メール送信前ガード関数。残量が MIN_MAIL_QUOTA 未満なら例外スローし処理中断。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 ProjectInit.gs — 初期化フロー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6304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ルートフォルダ取得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ROOT_FOLDER_ID から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Driveフォルダを取得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52728" y="20345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5448" y="19431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44168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5064" y="146304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655064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80744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フォルダ作成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80744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YYYY_EventName 形式の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サブフォルダを作成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40864" y="20345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3584" y="19431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32304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146304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プロジェクトフォルダ内に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新規スプレッドシート作成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0345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1720" y="19431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20440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31336" y="146304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3831336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57016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シート構成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57016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3シートを作成・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列幅・書式・フィルター設定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17136" y="20345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9856" y="19431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08576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19472" y="146304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45152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45152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カラム名・書式・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フィルターを設定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605272" y="20345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97992" y="19431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6712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07608" y="146304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2" name="Text 40"/>
          <p:cNvSpPr/>
          <p:nvPr/>
        </p:nvSpPr>
        <p:spPr>
          <a:xfrm>
            <a:off x="6007608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33288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トリガー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33288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onEditInstallable と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onOpenEventSheet を登録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693408" y="20345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6128" y="19431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84848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95744" y="146304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9" name="Text 47"/>
          <p:cNvSpPr/>
          <p:nvPr/>
        </p:nvSpPr>
        <p:spPr>
          <a:xfrm>
            <a:off x="7095744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21424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スプシID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21424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作成IDを Infoシート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DATA_SPREADSHEET_IDに書込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781544" y="2034540"/>
            <a:ext cx="95098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74264" y="19431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72984" y="1417320"/>
            <a:ext cx="987552" cy="1234440"/>
          </a:xfrm>
          <a:prstGeom prst="roundRect">
            <a:avLst>
              <a:gd name="adj" fmla="val 5556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183880" y="146304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81838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909560" y="1892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09560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CreateLog シートに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操作内容と日時を記録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20040" y="28346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ProjectInit.gs は初回セットアップ時のみ実行。スプレッドシート作成後、GAS スクリプトに紐付けて使用する。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 index.html — Webフォーム詳細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画面遷移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入力フォーム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初期表示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2130552"/>
            <a:ext cx="0" cy="124358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251801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確認画面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バリデーション通過後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40280" y="2999232"/>
            <a:ext cx="0" cy="124358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3120481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完了画面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502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サーバー送信成功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2336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FCE4E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エラー画面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設定不備・クォータ不足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1005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クライアントサイドバリデーション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1417320"/>
            <a:ext cx="4480560" cy="502920"/>
          </a:xfrm>
          <a:prstGeom prst="rect">
            <a:avLst/>
          </a:prstGeom>
          <a:solidFill>
            <a:srgbClr val="D5F0E0"/>
          </a:solidFill>
          <a:ln w="6350">
            <a:solidFill>
              <a:srgbClr val="B8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453896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フリガナ（4箇所）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45389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全角カタカナのみ（/^[ァ-ヶー　]+$/）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2011680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048256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郵便番号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204825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ハイフンなし7桁の数字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43400" y="2606040"/>
            <a:ext cx="4480560" cy="502920"/>
          </a:xfrm>
          <a:prstGeom prst="rect">
            <a:avLst/>
          </a:prstGeom>
          <a:solidFill>
            <a:srgbClr val="D5F0E0"/>
          </a:solidFill>
          <a:ln w="6350">
            <a:solidFill>
              <a:srgbClr val="B8DC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2642616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電話番号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264261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ハイフンなし10〜11桁の数字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3200400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3236976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323697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type=email 形式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43400" y="3794760"/>
            <a:ext cx="4480560" cy="502920"/>
          </a:xfrm>
          <a:prstGeom prst="rect">
            <a:avLst/>
          </a:prstGeom>
          <a:solidFill>
            <a:srgbClr val="D5F0E0"/>
          </a:solidFill>
          <a:ln w="6350">
            <a:solidFill>
              <a:srgbClr val="B8DC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3831336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利用規約同意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383133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最下部スクロール後にチェック可能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43400" y="4389120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C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4425696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区分選択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442569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現在日時が受付期間内の区分のみ表示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  エラーハンドリング方針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84048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42062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エラー種別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発生箇所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対応方針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設定値が空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doGet()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エラーHTMLを表示し、フォームは表示しない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クォータ不足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doGet() /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submitFormJson()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フォーム停止HTML返却または例外スロー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バリデーション失敗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submitFormJson()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エラーメッセージをクライアントに返却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ロック取得失敗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appendRow()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例外スロー → クライアントにエラー表示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メール送信失敗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Mail.gs 各関数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try/catch で捕捉 → ログ出力 + 管理者通知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PDF生成失敗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generateInvoicePdf()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try/catch → 一時ファイル削除してリスロー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トリガー重複送信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onEditInstallable()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J/L列の日時チェックで二重送信を防止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詳細設計書 — WebHanabi</dc:title>
  <dc:subject>PptxGenJS Presentation</dc:subject>
  <dc:creator>PptxGenJS</dc:creator>
  <cp:lastModifiedBy>PptxGenJS</cp:lastModifiedBy>
  <cp:revision>1</cp:revision>
  <dcterms:created xsi:type="dcterms:W3CDTF">2026-06-18T13:31:04Z</dcterms:created>
  <dcterms:modified xsi:type="dcterms:W3CDTF">2026-06-18T13:31:04Z</dcterms:modified>
</cp:coreProperties>
</file>